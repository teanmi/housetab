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4"/>
  </p:sldMasterIdLst>
  <p:sldIdLst>
    <p:sldId id="256" r:id="rId5"/>
    <p:sldId id="257" r:id="rId6"/>
    <p:sldId id="258" r:id="rId7"/>
    <p:sldId id="259" r:id="rId8"/>
    <p:sldId id="261" r:id="rId9"/>
    <p:sldId id="26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7F35BF-5EFB-462E-B0C7-BBE94669AB4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F65901-55E3-4AA2-A8B4-02AEA9DE0C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err="1"/>
            <a:t>HouseTab</a:t>
          </a:r>
          <a:r>
            <a:rPr lang="en-US"/>
            <a:t> </a:t>
          </a:r>
          <a:r>
            <a:rPr lang="en-US">
              <a:latin typeface="Grandview Display"/>
            </a:rPr>
            <a:t>handles</a:t>
          </a:r>
          <a:r>
            <a:rPr lang="en-US"/>
            <a:t> all house expenses in one easy to use app</a:t>
          </a:r>
        </a:p>
      </dgm:t>
    </dgm:pt>
    <dgm:pt modelId="{397364F1-4ED8-486B-842F-F22DFC60C5D7}" type="parTrans" cxnId="{998C0B39-AE56-4E84-97E4-9004669B3F52}">
      <dgm:prSet/>
      <dgm:spPr/>
      <dgm:t>
        <a:bodyPr/>
        <a:lstStyle/>
        <a:p>
          <a:endParaRPr lang="en-US"/>
        </a:p>
      </dgm:t>
    </dgm:pt>
    <dgm:pt modelId="{AEDABE53-23D6-400B-84EE-121ED42B6AB0}" type="sibTrans" cxnId="{998C0B39-AE56-4E84-97E4-9004669B3F52}">
      <dgm:prSet/>
      <dgm:spPr/>
      <dgm:t>
        <a:bodyPr/>
        <a:lstStyle/>
        <a:p>
          <a:endParaRPr lang="en-US"/>
        </a:p>
      </dgm:t>
    </dgm:pt>
    <dgm:pt modelId="{318C3BCB-194A-41B9-A601-D1F2B53F0CE4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Grandview Display"/>
            </a:rPr>
            <a:t>It keeps a running balance of all expenses, handles</a:t>
          </a:r>
          <a:r>
            <a:rPr lang="en-US"/>
            <a:t> </a:t>
          </a:r>
          <a:r>
            <a:rPr lang="en-US">
              <a:latin typeface="Grandview Display"/>
            </a:rPr>
            <a:t>automatic</a:t>
          </a:r>
          <a:r>
            <a:rPr lang="en-US"/>
            <a:t> splitting</a:t>
          </a:r>
          <a:r>
            <a:rPr lang="en-US">
              <a:latin typeface="Grandview Display"/>
            </a:rPr>
            <a:t>,</a:t>
          </a:r>
          <a:r>
            <a:rPr lang="en-US"/>
            <a:t> and </a:t>
          </a:r>
          <a:r>
            <a:rPr lang="en-US">
              <a:latin typeface="Grandview Display"/>
            </a:rPr>
            <a:t>adds visual guide on how much people spend</a:t>
          </a:r>
          <a:endParaRPr lang="en-US"/>
        </a:p>
      </dgm:t>
    </dgm:pt>
    <dgm:pt modelId="{8F0F4C50-EB15-498C-9536-039B81C8B477}" type="parTrans" cxnId="{22AE81C2-AC4F-45E9-82D9-01A729E11691}">
      <dgm:prSet/>
      <dgm:spPr/>
      <dgm:t>
        <a:bodyPr/>
        <a:lstStyle/>
        <a:p>
          <a:endParaRPr lang="en-US"/>
        </a:p>
      </dgm:t>
    </dgm:pt>
    <dgm:pt modelId="{E48CA3BB-4ABC-40D5-BF48-D6090D47024C}" type="sibTrans" cxnId="{22AE81C2-AC4F-45E9-82D9-01A729E11691}">
      <dgm:prSet/>
      <dgm:spPr/>
      <dgm:t>
        <a:bodyPr/>
        <a:lstStyle/>
        <a:p>
          <a:endParaRPr lang="en-US"/>
        </a:p>
      </dgm:t>
    </dgm:pt>
    <dgm:pt modelId="{A2046525-1BF8-41D8-8E8A-0BF77C3B8FA7}" type="pres">
      <dgm:prSet presAssocID="{C07F35BF-5EFB-462E-B0C7-BBE94669AB48}" presName="root" presStyleCnt="0">
        <dgm:presLayoutVars>
          <dgm:dir/>
          <dgm:resizeHandles val="exact"/>
        </dgm:presLayoutVars>
      </dgm:prSet>
      <dgm:spPr/>
    </dgm:pt>
    <dgm:pt modelId="{DBAAEA18-253A-4D65-96AC-E1DAD80ED620}" type="pres">
      <dgm:prSet presAssocID="{7AF65901-55E3-4AA2-A8B4-02AEA9DE0C02}" presName="compNode" presStyleCnt="0"/>
      <dgm:spPr/>
    </dgm:pt>
    <dgm:pt modelId="{635AE334-ACF7-4402-9BC0-9B6BAEB76399}" type="pres">
      <dgm:prSet presAssocID="{7AF65901-55E3-4AA2-A8B4-02AEA9DE0C02}" presName="bgRect" presStyleLbl="bgShp" presStyleIdx="0" presStyleCnt="2"/>
      <dgm:spPr/>
    </dgm:pt>
    <dgm:pt modelId="{26651D89-051E-4ED3-8DA0-C2BEB92688DC}" type="pres">
      <dgm:prSet presAssocID="{7AF65901-55E3-4AA2-A8B4-02AEA9DE0C0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ACEE344E-DB1B-4220-AC55-E4F3414F7138}" type="pres">
      <dgm:prSet presAssocID="{7AF65901-55E3-4AA2-A8B4-02AEA9DE0C02}" presName="spaceRect" presStyleCnt="0"/>
      <dgm:spPr/>
    </dgm:pt>
    <dgm:pt modelId="{1B4EDF49-5C5C-4A8E-B6F5-2E24555D4654}" type="pres">
      <dgm:prSet presAssocID="{7AF65901-55E3-4AA2-A8B4-02AEA9DE0C02}" presName="parTx" presStyleLbl="revTx" presStyleIdx="0" presStyleCnt="2">
        <dgm:presLayoutVars>
          <dgm:chMax val="0"/>
          <dgm:chPref val="0"/>
        </dgm:presLayoutVars>
      </dgm:prSet>
      <dgm:spPr/>
    </dgm:pt>
    <dgm:pt modelId="{328B094B-777A-4DF4-AD3F-7CCE84AB7E91}" type="pres">
      <dgm:prSet presAssocID="{AEDABE53-23D6-400B-84EE-121ED42B6AB0}" presName="sibTrans" presStyleCnt="0"/>
      <dgm:spPr/>
    </dgm:pt>
    <dgm:pt modelId="{1A5E595C-F133-4D6E-A5DC-4E94850BFC89}" type="pres">
      <dgm:prSet presAssocID="{318C3BCB-194A-41B9-A601-D1F2B53F0CE4}" presName="compNode" presStyleCnt="0"/>
      <dgm:spPr/>
    </dgm:pt>
    <dgm:pt modelId="{8C5575F3-86F9-4836-A778-12AF377CE49B}" type="pres">
      <dgm:prSet presAssocID="{318C3BCB-194A-41B9-A601-D1F2B53F0CE4}" presName="bgRect" presStyleLbl="bgShp" presStyleIdx="1" presStyleCnt="2"/>
      <dgm:spPr/>
    </dgm:pt>
    <dgm:pt modelId="{20A0D818-A414-4C50-83F0-B47C3E7C4A1E}" type="pres">
      <dgm:prSet presAssocID="{318C3BCB-194A-41B9-A601-D1F2B53F0CE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5A27C736-BDE0-46C4-843B-21425C4B910F}" type="pres">
      <dgm:prSet presAssocID="{318C3BCB-194A-41B9-A601-D1F2B53F0CE4}" presName="spaceRect" presStyleCnt="0"/>
      <dgm:spPr/>
    </dgm:pt>
    <dgm:pt modelId="{1AA237A7-BC74-459F-96EE-42A2882D75C6}" type="pres">
      <dgm:prSet presAssocID="{318C3BCB-194A-41B9-A601-D1F2B53F0CE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911300C-7C6D-4FCF-966B-D8E12BFC0549}" type="presOf" srcId="{7AF65901-55E3-4AA2-A8B4-02AEA9DE0C02}" destId="{1B4EDF49-5C5C-4A8E-B6F5-2E24555D4654}" srcOrd="0" destOrd="0" presId="urn:microsoft.com/office/officeart/2018/2/layout/IconVerticalSolidList"/>
    <dgm:cxn modelId="{998C0B39-AE56-4E84-97E4-9004669B3F52}" srcId="{C07F35BF-5EFB-462E-B0C7-BBE94669AB48}" destId="{7AF65901-55E3-4AA2-A8B4-02AEA9DE0C02}" srcOrd="0" destOrd="0" parTransId="{397364F1-4ED8-486B-842F-F22DFC60C5D7}" sibTransId="{AEDABE53-23D6-400B-84EE-121ED42B6AB0}"/>
    <dgm:cxn modelId="{292B6262-6243-4B1B-BD3D-5C36C531920E}" type="presOf" srcId="{C07F35BF-5EFB-462E-B0C7-BBE94669AB48}" destId="{A2046525-1BF8-41D8-8E8A-0BF77C3B8FA7}" srcOrd="0" destOrd="0" presId="urn:microsoft.com/office/officeart/2018/2/layout/IconVerticalSolidList"/>
    <dgm:cxn modelId="{5D04F2BC-17CF-42D5-BD39-E26F21D2261F}" type="presOf" srcId="{318C3BCB-194A-41B9-A601-D1F2B53F0CE4}" destId="{1AA237A7-BC74-459F-96EE-42A2882D75C6}" srcOrd="0" destOrd="0" presId="urn:microsoft.com/office/officeart/2018/2/layout/IconVerticalSolidList"/>
    <dgm:cxn modelId="{22AE81C2-AC4F-45E9-82D9-01A729E11691}" srcId="{C07F35BF-5EFB-462E-B0C7-BBE94669AB48}" destId="{318C3BCB-194A-41B9-A601-D1F2B53F0CE4}" srcOrd="1" destOrd="0" parTransId="{8F0F4C50-EB15-498C-9536-039B81C8B477}" sibTransId="{E48CA3BB-4ABC-40D5-BF48-D6090D47024C}"/>
    <dgm:cxn modelId="{FCC02F12-3261-47C3-9D41-497C8F94E3AB}" type="presParOf" srcId="{A2046525-1BF8-41D8-8E8A-0BF77C3B8FA7}" destId="{DBAAEA18-253A-4D65-96AC-E1DAD80ED620}" srcOrd="0" destOrd="0" presId="urn:microsoft.com/office/officeart/2018/2/layout/IconVerticalSolidList"/>
    <dgm:cxn modelId="{EDA37E98-6A26-4119-9B89-F305EC316EE5}" type="presParOf" srcId="{DBAAEA18-253A-4D65-96AC-E1DAD80ED620}" destId="{635AE334-ACF7-4402-9BC0-9B6BAEB76399}" srcOrd="0" destOrd="0" presId="urn:microsoft.com/office/officeart/2018/2/layout/IconVerticalSolidList"/>
    <dgm:cxn modelId="{E87AD8B4-BCEA-405B-BA38-21BBE8E41888}" type="presParOf" srcId="{DBAAEA18-253A-4D65-96AC-E1DAD80ED620}" destId="{26651D89-051E-4ED3-8DA0-C2BEB92688DC}" srcOrd="1" destOrd="0" presId="urn:microsoft.com/office/officeart/2018/2/layout/IconVerticalSolidList"/>
    <dgm:cxn modelId="{6333CCF7-B76B-4EC9-8D48-106B7F52502B}" type="presParOf" srcId="{DBAAEA18-253A-4D65-96AC-E1DAD80ED620}" destId="{ACEE344E-DB1B-4220-AC55-E4F3414F7138}" srcOrd="2" destOrd="0" presId="urn:microsoft.com/office/officeart/2018/2/layout/IconVerticalSolidList"/>
    <dgm:cxn modelId="{AB7DC0C0-8104-473B-9BED-E4F3DB455F98}" type="presParOf" srcId="{DBAAEA18-253A-4D65-96AC-E1DAD80ED620}" destId="{1B4EDF49-5C5C-4A8E-B6F5-2E24555D4654}" srcOrd="3" destOrd="0" presId="urn:microsoft.com/office/officeart/2018/2/layout/IconVerticalSolidList"/>
    <dgm:cxn modelId="{A6A6597B-39FB-45B3-A28F-18CFEA25BF51}" type="presParOf" srcId="{A2046525-1BF8-41D8-8E8A-0BF77C3B8FA7}" destId="{328B094B-777A-4DF4-AD3F-7CCE84AB7E91}" srcOrd="1" destOrd="0" presId="urn:microsoft.com/office/officeart/2018/2/layout/IconVerticalSolidList"/>
    <dgm:cxn modelId="{37E3C008-9E2C-4A30-970D-B29761F80283}" type="presParOf" srcId="{A2046525-1BF8-41D8-8E8A-0BF77C3B8FA7}" destId="{1A5E595C-F133-4D6E-A5DC-4E94850BFC89}" srcOrd="2" destOrd="0" presId="urn:microsoft.com/office/officeart/2018/2/layout/IconVerticalSolidList"/>
    <dgm:cxn modelId="{3BBEFC4E-30B5-4A68-B3A2-2BB7D6559EDE}" type="presParOf" srcId="{1A5E595C-F133-4D6E-A5DC-4E94850BFC89}" destId="{8C5575F3-86F9-4836-A778-12AF377CE49B}" srcOrd="0" destOrd="0" presId="urn:microsoft.com/office/officeart/2018/2/layout/IconVerticalSolidList"/>
    <dgm:cxn modelId="{FDD47138-C51F-4A53-A0A5-EAD0F5647C20}" type="presParOf" srcId="{1A5E595C-F133-4D6E-A5DC-4E94850BFC89}" destId="{20A0D818-A414-4C50-83F0-B47C3E7C4A1E}" srcOrd="1" destOrd="0" presId="urn:microsoft.com/office/officeart/2018/2/layout/IconVerticalSolidList"/>
    <dgm:cxn modelId="{D67DBB87-C408-4450-9000-09811013B396}" type="presParOf" srcId="{1A5E595C-F133-4D6E-A5DC-4E94850BFC89}" destId="{5A27C736-BDE0-46C4-843B-21425C4B910F}" srcOrd="2" destOrd="0" presId="urn:microsoft.com/office/officeart/2018/2/layout/IconVerticalSolidList"/>
    <dgm:cxn modelId="{7006D843-6F75-45E1-9CB5-D38DABB23E12}" type="presParOf" srcId="{1A5E595C-F133-4D6E-A5DC-4E94850BFC89}" destId="{1AA237A7-BC74-459F-96EE-42A2882D75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AE334-ACF7-4402-9BC0-9B6BAEB76399}">
      <dsp:nvSpPr>
        <dsp:cNvPr id="0" name=""/>
        <dsp:cNvSpPr/>
      </dsp:nvSpPr>
      <dsp:spPr>
        <a:xfrm>
          <a:off x="0" y="607565"/>
          <a:ext cx="10890929" cy="11216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51D89-051E-4ED3-8DA0-C2BEB92688DC}">
      <dsp:nvSpPr>
        <dsp:cNvPr id="0" name=""/>
        <dsp:cNvSpPr/>
      </dsp:nvSpPr>
      <dsp:spPr>
        <a:xfrm>
          <a:off x="339301" y="859938"/>
          <a:ext cx="616912" cy="6169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EDF49-5C5C-4A8E-B6F5-2E24555D4654}">
      <dsp:nvSpPr>
        <dsp:cNvPr id="0" name=""/>
        <dsp:cNvSpPr/>
      </dsp:nvSpPr>
      <dsp:spPr>
        <a:xfrm>
          <a:off x="1295516" y="607565"/>
          <a:ext cx="9595412" cy="1121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09" tIns="118709" rIns="118709" bIns="118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err="1"/>
            <a:t>HouseTab</a:t>
          </a:r>
          <a:r>
            <a:rPr lang="en-US" sz="2500" kern="1200"/>
            <a:t> </a:t>
          </a:r>
          <a:r>
            <a:rPr lang="en-US" sz="2500" kern="1200">
              <a:latin typeface="Grandview Display"/>
            </a:rPr>
            <a:t>handles</a:t>
          </a:r>
          <a:r>
            <a:rPr lang="en-US" sz="2500" kern="1200"/>
            <a:t> all house expenses in one easy to use app</a:t>
          </a:r>
        </a:p>
      </dsp:txBody>
      <dsp:txXfrm>
        <a:off x="1295516" y="607565"/>
        <a:ext cx="9595412" cy="1121658"/>
      </dsp:txXfrm>
    </dsp:sp>
    <dsp:sp modelId="{8C5575F3-86F9-4836-A778-12AF377CE49B}">
      <dsp:nvSpPr>
        <dsp:cNvPr id="0" name=""/>
        <dsp:cNvSpPr/>
      </dsp:nvSpPr>
      <dsp:spPr>
        <a:xfrm>
          <a:off x="0" y="2009638"/>
          <a:ext cx="10890929" cy="11216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0D818-A414-4C50-83F0-B47C3E7C4A1E}">
      <dsp:nvSpPr>
        <dsp:cNvPr id="0" name=""/>
        <dsp:cNvSpPr/>
      </dsp:nvSpPr>
      <dsp:spPr>
        <a:xfrm>
          <a:off x="339301" y="2262012"/>
          <a:ext cx="616912" cy="6169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237A7-BC74-459F-96EE-42A2882D75C6}">
      <dsp:nvSpPr>
        <dsp:cNvPr id="0" name=""/>
        <dsp:cNvSpPr/>
      </dsp:nvSpPr>
      <dsp:spPr>
        <a:xfrm>
          <a:off x="1295516" y="2009638"/>
          <a:ext cx="9595412" cy="1121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09" tIns="118709" rIns="118709" bIns="118709" numCol="1" spcCol="127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Grandview Display"/>
            </a:rPr>
            <a:t>It keeps a running balance of all expenses, handles</a:t>
          </a:r>
          <a:r>
            <a:rPr lang="en-US" sz="2500" kern="1200"/>
            <a:t> </a:t>
          </a:r>
          <a:r>
            <a:rPr lang="en-US" sz="2500" kern="1200">
              <a:latin typeface="Grandview Display"/>
            </a:rPr>
            <a:t>automatic</a:t>
          </a:r>
          <a:r>
            <a:rPr lang="en-US" sz="2500" kern="1200"/>
            <a:t> splitting</a:t>
          </a:r>
          <a:r>
            <a:rPr lang="en-US" sz="2500" kern="1200">
              <a:latin typeface="Grandview Display"/>
            </a:rPr>
            <a:t>,</a:t>
          </a:r>
          <a:r>
            <a:rPr lang="en-US" sz="2500" kern="1200"/>
            <a:t> and </a:t>
          </a:r>
          <a:r>
            <a:rPr lang="en-US" sz="2500" kern="1200">
              <a:latin typeface="Grandview Display"/>
            </a:rPr>
            <a:t>adds visual guide on how much people spend</a:t>
          </a:r>
          <a:endParaRPr lang="en-US" sz="2500" kern="1200"/>
        </a:p>
      </dsp:txBody>
      <dsp:txXfrm>
        <a:off x="1295516" y="2009638"/>
        <a:ext cx="9595412" cy="1121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3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17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67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10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53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2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1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87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29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70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621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5A03C-EEA5-254A-043A-3DDEE4759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r>
              <a:rPr lang="en-US" err="1"/>
              <a:t>HouseTab</a:t>
            </a:r>
            <a:r>
              <a:rPr lang="en-US"/>
              <a:t> Mobile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431EE-5313-CE43-9CC9-D5857C6A9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700"/>
              <a:t>Jacob Neuman </a:t>
            </a:r>
          </a:p>
          <a:p>
            <a:pPr>
              <a:lnSpc>
                <a:spcPct val="120000"/>
              </a:lnSpc>
            </a:pPr>
            <a:r>
              <a:rPr lang="en-US" sz="1700"/>
              <a:t>Om Patel </a:t>
            </a:r>
          </a:p>
          <a:p>
            <a:pPr>
              <a:lnSpc>
                <a:spcPct val="120000"/>
              </a:lnSpc>
            </a:pPr>
            <a:r>
              <a:rPr lang="en-US" sz="1700"/>
              <a:t>Michael Telakowicz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EC438DB-832A-9580-FB0B-99890E3D5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" r="812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0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4D2D6-AB8C-BAF8-A192-01AEDC0EF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US"/>
              <a:t>Problem</a:t>
            </a:r>
          </a:p>
        </p:txBody>
      </p:sp>
      <p:pic>
        <p:nvPicPr>
          <p:cNvPr id="5" name="Picture 4" descr="White calculator">
            <a:extLst>
              <a:ext uri="{FF2B5EF4-FFF2-40B4-BE49-F238E27FC236}">
                <a16:creationId xmlns:a16="http://schemas.microsoft.com/office/drawing/2014/main" id="{A6996AB9-8426-381F-8F93-82408AFD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43" r="45074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BCCD7-11AF-1CC5-5CE2-9F648AE29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Household expenses can be hard to track, especially in a large household</a:t>
            </a:r>
          </a:p>
          <a:p>
            <a:pPr marL="493395" lvl="1"/>
            <a:r>
              <a:rPr lang="en-US"/>
              <a:t>All roommates are buying different things for the house</a:t>
            </a:r>
          </a:p>
          <a:p>
            <a:r>
              <a:rPr lang="en-US"/>
              <a:t>Manually tracking all the finances can cause mistakes</a:t>
            </a:r>
          </a:p>
          <a:p>
            <a:r>
              <a:rPr lang="en-US"/>
              <a:t>It's difficult to visualize who is spending what</a:t>
            </a:r>
          </a:p>
        </p:txBody>
      </p:sp>
    </p:spTree>
    <p:extLst>
      <p:ext uri="{BB962C8B-B14F-4D97-AF65-F5344CB8AC3E}">
        <p14:creationId xmlns:p14="http://schemas.microsoft.com/office/powerpoint/2010/main" val="77643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ACB8D6-53DB-A33C-FA95-185E0FA8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/>
              <a:t>Solution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85559D-4D48-9695-A0ED-074384BDB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5775355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752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D5B3-48D3-B6D9-453B-34E86B70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24EDE-A960-1B6E-F653-C129CDC6D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Frontend: React Native,  Java (Android), Swift (iOS)</a:t>
            </a:r>
          </a:p>
          <a:p>
            <a:r>
              <a:rPr lang="en-US"/>
              <a:t>Backend: Node.js + Express</a:t>
            </a:r>
          </a:p>
          <a:p>
            <a:r>
              <a:rPr lang="en-US"/>
              <a:t>Database: MySQL</a:t>
            </a:r>
          </a:p>
          <a:p>
            <a:pPr lvl="1"/>
            <a:r>
              <a:rPr lang="en-US"/>
              <a:t>Uses a migration system in backend to handle updates</a:t>
            </a:r>
          </a:p>
          <a:p>
            <a:r>
              <a:rPr lang="en-US"/>
              <a:t>Cloud: Railway</a:t>
            </a:r>
          </a:p>
          <a:p>
            <a:pPr lvl="1"/>
            <a:r>
              <a:rPr lang="en-US"/>
              <a:t>Auto deploys Backend based on GitHub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1A9D0-AB79-A554-E74E-687CF24B1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227" y="3760801"/>
            <a:ext cx="5061816" cy="2716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7C507-848C-5793-4153-468E3303F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227" y="263929"/>
            <a:ext cx="1748040" cy="31960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1D3BD7-BB0A-5C24-ED70-7424488F0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437" y="263929"/>
            <a:ext cx="2952604" cy="321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2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58FC67-D375-667D-733F-F3F1F551B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Since Initial Demo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9892EDE-534B-20B8-56CF-52570D875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Tx/>
              <a:buChar char="-"/>
            </a:pPr>
            <a:r>
              <a:rPr lang="en-US"/>
              <a:t>Expenses are stored in the back end and saved after logging out</a:t>
            </a:r>
          </a:p>
          <a:p>
            <a:pPr>
              <a:buFontTx/>
              <a:buChar char="-"/>
            </a:pPr>
            <a:r>
              <a:rPr lang="en-US"/>
              <a:t>Styling is consistent now across all tabs (log in, houses, expenses)</a:t>
            </a:r>
          </a:p>
          <a:p>
            <a:pPr>
              <a:buFontTx/>
              <a:buChar char="-"/>
            </a:pPr>
            <a:r>
              <a:rPr lang="en-US"/>
              <a:t>Work on publishing to the Play Store</a:t>
            </a:r>
          </a:p>
          <a:p>
            <a:pPr lvl="1">
              <a:buFontTx/>
              <a:buChar char="-"/>
            </a:pPr>
            <a:r>
              <a:rPr lang="en-US"/>
              <a:t>Configuring settings</a:t>
            </a:r>
          </a:p>
          <a:p>
            <a:pPr lvl="1">
              <a:buFontTx/>
              <a:buChar char="-"/>
            </a:pPr>
            <a:r>
              <a:rPr lang="en-US"/>
              <a:t>Creating a private policy</a:t>
            </a:r>
          </a:p>
          <a:p>
            <a:pPr lvl="1">
              <a:buFontTx/>
              <a:buChar char="-"/>
            </a:pPr>
            <a:r>
              <a:rPr lang="en-US"/>
              <a:t>Adding a webpage to delete accounts</a:t>
            </a:r>
          </a:p>
          <a:p>
            <a:pPr lvl="1">
              <a:buFontTx/>
              <a:buChar char="-"/>
            </a:pPr>
            <a:r>
              <a:rPr lang="en-US"/>
              <a:t>Getting screenshots and generating descriptions	</a:t>
            </a:r>
          </a:p>
          <a:p>
            <a:pPr>
              <a:buFontTx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10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305AF-20F0-3343-9770-B2200A4B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Publishing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71D2B-F66D-2FBC-01A7-A8ACF2263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Apple Store</a:t>
            </a:r>
          </a:p>
          <a:p>
            <a:pPr lvl="1"/>
            <a:r>
              <a:rPr lang="en-US"/>
              <a:t>Deciding if we want to continue with publishing due to the increased price and harder to support</a:t>
            </a:r>
          </a:p>
          <a:p>
            <a:r>
              <a:rPr lang="en-US"/>
              <a:t>Play Store</a:t>
            </a:r>
          </a:p>
          <a:p>
            <a:pPr lvl="1"/>
            <a:r>
              <a:rPr lang="en-US"/>
              <a:t>Currently: Sent our first version of our app to review (est. 1 week)</a:t>
            </a:r>
          </a:p>
          <a:p>
            <a:pPr lvl="1"/>
            <a:r>
              <a:rPr lang="en-US"/>
              <a:t>Next: Need to get 12 testers for a period of 14 days before we can publish</a:t>
            </a:r>
          </a:p>
          <a:p>
            <a:r>
              <a:rPr lang="en-US"/>
              <a:t>Railway</a:t>
            </a:r>
          </a:p>
          <a:p>
            <a:pPr lvl="1"/>
            <a:r>
              <a:rPr lang="en-US"/>
              <a:t>Cost: $5 a month + extra depending on use up to a limit of $25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653DE-9BFF-A602-2CA1-1B6668F69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83465"/>
            <a:ext cx="3868928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05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75C4-52DE-661A-662A-D7B89D9B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Possible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1C004-EF84-7544-B058-CD48F426A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/>
              <a:t>Production build published on the Google Play Store and Apple App Store</a:t>
            </a:r>
            <a:br>
              <a:rPr lang="en-US"/>
            </a:br>
            <a:r>
              <a:rPr lang="en-US"/>
              <a:t>- Google Play is a one-time $25  fee</a:t>
            </a:r>
            <a:br>
              <a:rPr lang="en-US"/>
            </a:br>
            <a:r>
              <a:rPr lang="en-US"/>
              <a:t>- Apple charges a $100 yearly fee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Third-party payment integration (Venmo, Cash App)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Scan feature to analyze receipts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/>
              <a:t>Recurring payments to be scheduled automatically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CD789-F159-F55C-CC44-443978FE0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484" y="3915461"/>
            <a:ext cx="5044168" cy="2017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09A48D-08C7-B3F1-B5F4-D7E4ABCEC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997" y="1038759"/>
            <a:ext cx="6188659" cy="107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8304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85dd93-9303-47fb-ada2-7551ee6a7c1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C646FBEED0AB468EA7EECBD9D4F52E" ma:contentTypeVersion="11" ma:contentTypeDescription="Create a new document." ma:contentTypeScope="" ma:versionID="16963a98071f4e87448a035e900e856d">
  <xsd:schema xmlns:xsd="http://www.w3.org/2001/XMLSchema" xmlns:xs="http://www.w3.org/2001/XMLSchema" xmlns:p="http://schemas.microsoft.com/office/2006/metadata/properties" xmlns:ns3="0e85dd93-9303-47fb-ada2-7551ee6a7c15" targetNamespace="http://schemas.microsoft.com/office/2006/metadata/properties" ma:root="true" ma:fieldsID="4cbdd3712eb7a0fbcdb66323919fdd4d" ns3:_="">
    <xsd:import namespace="0e85dd93-9303-47fb-ada2-7551ee6a7c1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5dd93-9303-47fb-ada2-7551ee6a7c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72F492-4E21-4EF6-8D56-5E2FE032755B}">
  <ds:schemaRefs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0e85dd93-9303-47fb-ada2-7551ee6a7c15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0DB1449-A851-43BB-8D6C-76C722CDF7CD}">
  <ds:schemaRefs>
    <ds:schemaRef ds:uri="0e85dd93-9303-47fb-ada2-7551ee6a7c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E8B48C0-E11D-4FA3-9A93-3B1870581E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Grandview Display</vt:lpstr>
      <vt:lpstr>DashVTI</vt:lpstr>
      <vt:lpstr>HouseTab Mobile App</vt:lpstr>
      <vt:lpstr>Problem</vt:lpstr>
      <vt:lpstr>Solution</vt:lpstr>
      <vt:lpstr>Tech Stack</vt:lpstr>
      <vt:lpstr>Progress Since Initial Demo</vt:lpstr>
      <vt:lpstr>Publishing</vt:lpstr>
      <vt:lpstr>Possible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Telakowicz</dc:creator>
  <cp:lastModifiedBy>Michael Telakowicz</cp:lastModifiedBy>
  <cp:revision>2</cp:revision>
  <dcterms:created xsi:type="dcterms:W3CDTF">2026-03-18T01:13:09Z</dcterms:created>
  <dcterms:modified xsi:type="dcterms:W3CDTF">2026-08-05T01:58:44Z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0x01010063C646FBEED0AB468EA7EECBD9D4F52E</vt:lpwstr>
  </property>
</Properties>
</file>